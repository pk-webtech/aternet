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&lt;&lt;Programme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Course Title&gt;&gt;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 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.&gt;&gt;)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&lt;&lt;</a:t>
            </a:r>
            <a:r>
              <a:rPr lang="en-US" sz="2000" b="1" dirty="0" err="1">
                <a:latin typeface="Times New Roman"/>
                <a:cs typeface="Times New Roman"/>
              </a:rPr>
              <a:t>Guidename</a:t>
            </a:r>
            <a:r>
              <a:rPr lang="en-US" sz="2000" b="1" dirty="0">
                <a:latin typeface="Times New Roman"/>
                <a:cs typeface="Times New Roman"/>
              </a:rPr>
              <a:t>&gt;&gt;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</a:t>
            </a:r>
            <a:r>
              <a:rPr lang="en-IN" i="1" dirty="0" smtClean="0">
                <a:highlight>
                  <a:srgbClr val="FFFF00"/>
                </a:highlight>
              </a:rPr>
              <a:t>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 smtClean="0"/>
              <a:t>All </a:t>
            </a:r>
            <a:r>
              <a:rPr lang="en-IN" dirty="0"/>
              <a:t>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&lt;To …&gt;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– Filed/ Published/ Granted – Screen shot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Proceedings – Accepted/ Published/ Scopus Indexed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Publication – Accepted/ Published/ Scopus Indexed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Start-up information (if any)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marL="0" indent="0" algn="ctr">
              <a:buNone/>
            </a:pP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Proof to be uploaded on or before 27 Oct 2026 in the given link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https://forms.gle/</a:t>
            </a: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B9B71VPy5b9bZ9dJ8</a:t>
            </a:r>
            <a:endParaRPr lang="en-IN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K. Author and L. M. Author, "Title of the specific journal article,"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pp. 45-56, Month Year.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B. Researcher and C. D. Researcher, "Title of the conference paper," in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Name of Conference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Year, pp. 100-105.</a:t>
            </a:r>
            <a:r>
              <a:rPr lang="en-IN" sz="2400" dirty="0"/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